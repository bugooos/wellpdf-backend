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Converted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  <a:p/>
          <a:p>
            <a:r>
              <a:t>Cybersecurity Assessment Questionnaire</a:t>
            </a:r>
          </a:p>
          <a:p>
            <a:r>
              <a:t>This comprehensive tool covers the key questions needed to accurately assess an organization’s cybersecurity posture</a:t>
            </a:r>
          </a:p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>
            <a:r>
              <a:t>FUNCTION AND CATEGORY UNIQUE IDENTIFIERS</a:t>
            </a:r>
          </a:p>
          <a:p/>
          <a:p/>
          <a:p/>
          <a:p/>
          <a:p/>
          <a:p>
            <a:r>
              <a:t>Best Practice Responses</a:t>
            </a:r>
          </a:p>
          <a:p>
            <a:r>
              <a:t>Don’t forget that Acronis offers the Full Assessment Questionnaire with Answers, which features regularly updated</a:t>
            </a:r>
          </a:p>
          <a:p>
            <a:r>
              <a:t>best practice answers for each of these NIST-based questions.</a:t>
            </a:r>
          </a:p>
          <a:p/>
          <a:p/>
          <a:p/>
          <a:p/>
          <a:p/>
          <a:p/>
          <a:p/>
          <a:p/>
          <a:p/>
          <a:p/>
          <a:p/>
          <a:p/>
          <a:p>
            <a:r>
              <a:t>Learn more at</a:t>
            </a:r>
          </a:p>
          <a:p>
            <a:r>
              <a:t>www.acronis.com</a:t>
            </a:r>
          </a:p>
          <a:p/>
          <a:p>
            <a:r>
              <a:t>Copyright © 2002–2020 Acronis International GmbH. All rights reserved. Acronis and the Acronis logo are trademarks of Acronis International GmbH in the United States and/or other countries. All other trademarks or registered trademarks are the property of their respective owners. Technical changes and Differences from the illustrations are reserved; errors are excepted. 2020-05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