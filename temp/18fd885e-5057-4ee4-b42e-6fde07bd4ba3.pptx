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Converted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"job_id": "5181c08d-7169-421b-834d-4d1118c59b59",</a:t>
            </a:r>
          </a:p>
          <a:p>
            <a:r>
              <a:t>  "status": "uploaded"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